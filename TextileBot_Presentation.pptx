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🧵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TextileBot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 Agent for B2B Textile Businesses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leads · Scores buyers · Books calls · Never sleeps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1097280"/>
            <a:ext cx="2011680" cy="10058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1143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Profiles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2286000"/>
            <a:ext cx="2011680" cy="10058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2331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Docs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474720"/>
            <a:ext cx="2011680" cy="10058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Categories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Junaid Iqbal  |  Agentic AI Engineer  |  iamjunaidiqbal.com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solidFill>
            <a:srgbClr val="162032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pPr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German buyer finds your LinkedIn at 2am Karachi time. They WhatsApp you about 10,000 meters of OEKO-TEX certified cotton fabric. You are sleeping. They move on to your competitor.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5176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6B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😴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Enquiries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in Europe &amp; US message during Pakistani night hours. No instant reply = lost deal.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2560320"/>
            <a:ext cx="265176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6B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47288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Qualification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spend hours asking the same questions. MOQ? Country? Certification? Budget?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2560320"/>
            <a:ext cx="265176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6B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45936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 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3611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scattered across WhatsApp with no scoring, follow-up system, or CRM logging.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TextileBot replies instantly, qualifies the lead, scores them 0-100, and books a discovery call — all while you sleep.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11480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any WhatsApp message 24/7 in seconds. No buyer waits.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148840"/>
            <a:ext cx="411480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Qualification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smart questions to extract product, quantity, country, budget.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buyer 0-100. HOT leads get Calendly link immediately.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566160"/>
            <a:ext cx="411480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Safe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rate limiting, prompt injection protection built 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state machine routing messages through 6 intelligent nodes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90195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55 knowledge chunks, retrieves top-3 relevant contexts per 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90195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llama-3.1-8b-instant — fast, free tier, no GPU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5176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71800"/>
            <a:ext cx="26517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6850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rate limiting, Pydantic validation, auto Swagger docs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5176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429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Frontend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6850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UI + lead dashboard showing real-time scoring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51760" cy="1600200"/>
          </a:xfrm>
          <a:prstGeom prst="rect">
            <a:avLst/>
          </a:prstGeom>
          <a:solidFill>
            <a:srgbClr val="162032"/>
          </a:solidFill>
          <a:ln w="254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71800"/>
            <a:ext cx="2651760" cy="73152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3429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6850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hints, docstrings, logging, pytest — production code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1828800" cy="594360"/>
          </a:xfrm>
          <a:prstGeom prst="rect">
            <a:avLst/>
          </a:prstGeom>
          <a:solidFill>
            <a:srgbClr val="1A2E45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362456"/>
            <a:ext cx="457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097280"/>
            <a:ext cx="22860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97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Intent Classifier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21608" y="1691640"/>
            <a:ext cx="64008" cy="365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029968"/>
            <a:ext cx="6858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29968"/>
            <a:ext cx="54864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31720"/>
            <a:ext cx="1645920" cy="6400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Complaint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4760" y="2029968"/>
            <a:ext cx="54864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331720"/>
            <a:ext cx="1645920" cy="6400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2029968"/>
            <a:ext cx="54864" cy="320040"/>
          </a:xfrm>
          <a:prstGeom prst="rect">
            <a:avLst/>
          </a:prstGeom>
          <a:solidFill>
            <a:srgbClr val="6B8FAB"/>
          </a:solidFill>
          <a:ln w="12700">
            <a:solidFill>
              <a:srgbClr val="6B8F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331720"/>
            <a:ext cx="1645920" cy="640080"/>
          </a:xfrm>
          <a:prstGeom prst="rect">
            <a:avLst/>
          </a:prstGeom>
          <a:solidFill>
            <a:srgbClr val="162032"/>
          </a:solidFill>
          <a:ln w="19050">
            <a:solidFill>
              <a:srgbClr val="6B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331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Spam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044952"/>
            <a:ext cx="54864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218688"/>
            <a:ext cx="1645920" cy="502920"/>
          </a:xfrm>
          <a:prstGeom prst="rect">
            <a:avLst/>
          </a:prstGeom>
          <a:solidFill>
            <a:srgbClr val="162032"/>
          </a:solidFill>
          <a:ln w="1905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54680" y="32186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685032"/>
            <a:ext cx="54864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3858768"/>
            <a:ext cx="1645920" cy="50292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54680" y="3858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4325112"/>
            <a:ext cx="54864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4498848"/>
            <a:ext cx="1645920" cy="5029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54680" y="4498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4526280"/>
            <a:ext cx="54864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4681728"/>
            <a:ext cx="228600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4681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Lead Score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108960"/>
            <a:ext cx="2286000" cy="1554480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RAG Knowledge 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5204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chunks stored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domain documents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in-memory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Criteria: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179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≥ 5000 meters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51790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665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market (EU/UK/US/JP)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0665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151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required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6151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638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specified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16382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411480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124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mentioned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71246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Status Tiers: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3840480" cy="960120"/>
          </a:xfrm>
          <a:prstGeom prst="rect">
            <a:avLst/>
          </a:prstGeom>
          <a:solidFill>
            <a:srgbClr val="162032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463040"/>
            <a:ext cx="91440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5179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80 – 100  |  Send Calendly link immediately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3840480" cy="960120"/>
          </a:xfrm>
          <a:prstGeom prst="rect">
            <a:avLst/>
          </a:prstGeom>
          <a:solidFill>
            <a:srgbClr val="162032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560320"/>
            <a:ext cx="91440" cy="960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6151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50 – 79  |  Send catalogue · Follow up in 24hrs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3840480" cy="960120"/>
          </a:xfrm>
          <a:prstGeom prst="rect">
            <a:avLst/>
          </a:prstGeom>
          <a:solidFill>
            <a:srgbClr val="162032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91440" cy="9601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7124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❄️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 – 49  |  Add to nurture sequence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754880" cy="37490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754880" cy="45720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TextileBot — WhatsApp Demo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691640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728216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I am Klaus from Berlin Textiles GmbH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85416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Klaus! How can I help you today?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606040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2642616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10,000m OEKO-TEX cotton, $8/m CIF Hamburg, 45 days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236976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We have OEKO-TEX certified cotton. Book a call: calendly.com/textilebot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457200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HOT Lead Detected — Score: 100/100 — Calendly Sent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1097280"/>
            <a:ext cx="3383280" cy="3749040"/>
          </a:xfrm>
          <a:prstGeom prst="rect">
            <a:avLst/>
          </a:prstGeom>
          <a:solidFill>
            <a:srgbClr val="162032"/>
          </a:solidFill>
          <a:ln w="12700">
            <a:solidFill>
              <a:srgbClr val="6B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Live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240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PRICE_INQUIRY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429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Booked: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16203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 &amp; Recruiters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agent architecture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multi-node state machine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with ChromaDB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FastAPI backend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rate limiting, validation, injection protection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problem solved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— type hints, docstrings, logging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3749040"/>
          </a:xfrm>
          <a:prstGeom prst="rect">
            <a:avLst/>
          </a:prstGeom>
          <a:solidFill>
            <a:srgbClr val="162032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41148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Textile Exporter Clients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this exact system — can deploy in 2-3 weeks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WhatsApp — no new app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leads while you sleep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misses a buyer inquiry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HOT leads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calls without your involvement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everything to Google Sheets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AI system built in one day from scratch on a laptop with no GPU.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1554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993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508760"/>
            <a:ext cx="1554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1993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508760"/>
            <a:ext cx="1554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993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508760"/>
            <a:ext cx="1554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1993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1508760"/>
            <a:ext cx="1554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536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23760" y="1993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0175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GitHub:  github.com/Junaid1991-maker/textilebot-whatsapp-agent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4930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Blog Post:  iamjunaidiqbal.com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9684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LinkedIn:  linkedin.com/in/junaid-iqbal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4439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YouTube:  Full walkthrough video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2606040"/>
            <a:ext cx="3474720" cy="2331720"/>
          </a:xfrm>
          <a:prstGeom prst="rect">
            <a:avLst/>
          </a:prstGeom>
          <a:solidFill>
            <a:srgbClr val="162032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9496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127248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Junaid Iqbal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junaid19tex@gmail.com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+92-318-3355708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iamjunaidiqbal.com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TextileBot — WhatsApp AI Agent</dc:title>
  <dc:subject>PptxGenJS Presentation</dc:subject>
  <dc:creator>M. Junaid Iqbal</dc:creator>
  <cp:lastModifiedBy>M. Junaid Iqbal</cp:lastModifiedBy>
  <cp:revision>1</cp:revision>
  <dcterms:created xsi:type="dcterms:W3CDTF">2026-06-05T16:26:34Z</dcterms:created>
  <dcterms:modified xsi:type="dcterms:W3CDTF">2026-06-05T16:26:34Z</dcterms:modified>
</cp:coreProperties>
</file>